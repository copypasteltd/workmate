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regular and bold font faces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讓品牌想法</a:t>
            </a:r>
            <a:endParaRPr lang="zh-TW" sz="4800" dirty="0"/>
          </a:p>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CopyPaste Sans TC" pitchFamily="34" charset="0"/>
                <a:ea typeface="CopyPaste Sans TC" pitchFamily="34" charset="-122"/>
                <a:cs typeface="CopyPaste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明確受眾與目標</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逐頁核對內容</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CopyPaste Sans TC" pitchFamily="34" charset="0"/>
                <a:ea typeface="CopyPaste Sans TC" pitchFamily="34" charset="-122"/>
                <a:cs typeface="CopyPaste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pyPaste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pyPaste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2026-10-25T14:48:55Z</dcterms:created>
  <dcterms:modified xsi:type="dcterms:W3CDTF">2026-10-25T14:48:55Z</dcterms:modified>
</cp:coreProperties>
</file>